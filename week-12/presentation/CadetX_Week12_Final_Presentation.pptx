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CadetX Warehouse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Week 12 – Final Analytics, Insights &amp;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End-to-end warehouse analytics project covering product, inventory, sales, supplier and customer data.</a:t>
            </a:r>
          </a:p>
          <a:p>
            <a:pPr>
              <a:spcAft>
                <a:spcPts val="1200"/>
              </a:spcAft>
              <a:defRPr sz="1800"/>
            </a:pPr>
            <a:r>
              <a:t>Week 12 consolidates final KPIs, business insights, dashboard outputs and recommendations.</a:t>
            </a:r>
          </a:p>
          <a:p>
            <a:pPr>
              <a:spcAft>
                <a:spcPts val="1200"/>
              </a:spcAft>
              <a:defRPr sz="1800"/>
            </a:pPr>
            <a:r>
              <a:t>Python and Pandas were used for analytics and output generation.</a:t>
            </a:r>
          </a:p>
          <a:p>
            <a:pPr>
              <a:spcAft>
                <a:spcPts val="1200"/>
              </a:spcAft>
              <a:defRPr sz="1800"/>
            </a:pPr>
            <a:r>
              <a:t>Final deliverables include KPI summary, insights, recommendations and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Total Products: 30 Count</a:t>
            </a:r>
          </a:p>
          <a:p>
            <a:pPr>
              <a:spcAft>
                <a:spcPts val="1200"/>
              </a:spcAft>
              <a:defRPr sz="1800"/>
            </a:pPr>
            <a:r>
              <a:t>Total Inventory Records: 180 Count</a:t>
            </a:r>
          </a:p>
          <a:p>
            <a:pPr>
              <a:spcAft>
                <a:spcPts val="1200"/>
              </a:spcAft>
              <a:defRPr sz="1800"/>
            </a:pPr>
            <a:r>
              <a:t>Total Sales Order Lines: 130402 Count</a:t>
            </a:r>
          </a:p>
          <a:p>
            <a:pPr>
              <a:spcAft>
                <a:spcPts val="1200"/>
              </a:spcAft>
              <a:defRPr sz="1800"/>
            </a:pPr>
            <a:r>
              <a:t>Total Suppliers: 8 Count</a:t>
            </a:r>
          </a:p>
          <a:p>
            <a:pPr>
              <a:spcAft>
                <a:spcPts val="1200"/>
              </a:spcAft>
              <a:defRPr sz="1800"/>
            </a:pPr>
            <a:r>
              <a:t>Total Branches: 6 Count</a:t>
            </a:r>
          </a:p>
          <a:p>
            <a:pPr>
              <a:spcAft>
                <a:spcPts val="1200"/>
              </a:spcAft>
              <a:defRPr sz="1800"/>
            </a:pPr>
            <a:r>
              <a:t>Total Customers: 500 Count</a:t>
            </a:r>
          </a:p>
          <a:p>
            <a:pPr>
              <a:spcAft>
                <a:spcPts val="1200"/>
              </a:spcAft>
              <a:defRPr sz="1800"/>
            </a:pPr>
            <a:r>
              <a:t>Total Units Sold: 1368534 Units</a:t>
            </a:r>
          </a:p>
          <a:p>
            <a:pPr>
              <a:spcAft>
                <a:spcPts val="1200"/>
              </a:spcAft>
              <a:defRPr sz="1800"/>
            </a:pPr>
            <a:r>
              <a:t>Total Sales Value: 25447392560 Currency</a:t>
            </a:r>
          </a:p>
          <a:p>
            <a:pPr>
              <a:spcAft>
                <a:spcPts val="1200"/>
              </a:spcAft>
              <a:defRPr sz="1800"/>
            </a:pPr>
            <a:r>
              <a:t>Total Current Stock: 19303266 Units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Total Products (30): Total Products: 30 Count</a:t>
            </a:r>
          </a:p>
          <a:p>
            <a:pPr>
              <a:spcAft>
                <a:spcPts val="1200"/>
              </a:spcAft>
              <a:defRPr sz="1800"/>
            </a:pPr>
            <a:r>
              <a:t>Total Inventory Records (180): Total Inventory Records: 180 Count</a:t>
            </a:r>
          </a:p>
          <a:p>
            <a:pPr>
              <a:spcAft>
                <a:spcPts val="1200"/>
              </a:spcAft>
              <a:defRPr sz="1800"/>
            </a:pPr>
            <a:r>
              <a:t>Total Sales Order Lines (130402): Total Sales Order Lines: 130402 Count</a:t>
            </a:r>
          </a:p>
          <a:p>
            <a:pPr>
              <a:spcAft>
                <a:spcPts val="1200"/>
              </a:spcAft>
              <a:defRPr sz="1800"/>
            </a:pPr>
            <a:r>
              <a:t>Total Suppliers (8): The business works with 8 suppliers, supporting procurement and supply operations.</a:t>
            </a:r>
          </a:p>
          <a:p>
            <a:pPr>
              <a:spcAft>
                <a:spcPts val="1200"/>
              </a:spcAft>
              <a:defRPr sz="1800"/>
            </a:pPr>
            <a:r>
              <a:t>Total Branches (6): The analysis covers 6 branches, providing a multi-branch operational view.</a:t>
            </a:r>
          </a:p>
          <a:p>
            <a:pPr>
              <a:spcAft>
                <a:spcPts val="1200"/>
              </a:spcAft>
              <a:defRPr sz="1800"/>
            </a:pPr>
            <a:r>
              <a:t>Total Customers (500): The dataset contains 500 customers, representing the customer base included in the analysis.</a:t>
            </a:r>
          </a:p>
          <a:p>
            <a:pPr>
              <a:spcAft>
                <a:spcPts val="1200"/>
              </a:spcAft>
              <a:defRPr sz="1800"/>
            </a:pPr>
            <a:r>
              <a:t>Total Units Sold (1368534): Total units sold are 1368534 Units, representing overall sales volume.</a:t>
            </a:r>
          </a:p>
          <a:p>
            <a:pPr>
              <a:spcAft>
                <a:spcPts val="1200"/>
              </a:spcAft>
              <a:defRPr sz="1800"/>
            </a:pPr>
            <a:r>
              <a:t>Total Sales Value (25447392560): Total sales value recorded is 25447392560 Currency, providing an overall view of business sales performance.</a:t>
            </a:r>
          </a:p>
          <a:p>
            <a:pPr>
              <a:spcAft>
                <a:spcPts val="1200"/>
              </a:spcAft>
              <a:defRPr sz="1800"/>
            </a:pPr>
            <a:r>
              <a:t>Total Current Stock (19303266): Current inventory stands at 19303266 Units, indicating the total stock available across the warehouse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Total Products: Maintain a structured product master and regularly review product-level performance.</a:t>
            </a:r>
          </a:p>
          <a:p>
            <a:pPr>
              <a:spcAft>
                <a:spcPts val="1200"/>
              </a:spcAft>
              <a:defRPr sz="1800"/>
            </a:pPr>
            <a:r>
              <a:t>Total Inventory Records: Monitor inventory records regularly to maintain accurate stock visibility and data quality.</a:t>
            </a:r>
          </a:p>
          <a:p>
            <a:pPr>
              <a:spcAft>
                <a:spcPts val="1200"/>
              </a:spcAft>
              <a:defRPr sz="1800"/>
            </a:pPr>
            <a:r>
              <a:t>Total Sales Order Lines: Use sales order trends to identify high-demand products and support inventory planning.</a:t>
            </a:r>
          </a:p>
          <a:p>
            <a:pPr>
              <a:spcAft>
                <a:spcPts val="1200"/>
              </a:spcAft>
              <a:defRPr sz="1800"/>
            </a:pPr>
            <a:r>
              <a:t>Total Suppliers: Monitor supplier performance and dependency to improve procurement reliability.</a:t>
            </a:r>
          </a:p>
          <a:p>
            <a:pPr>
              <a:spcAft>
                <a:spcPts val="1200"/>
              </a:spcAft>
              <a:defRPr sz="1800"/>
            </a:pPr>
            <a:r>
              <a:t>Total Branches: Compare branch-level performance to identify operational differences and improvement opportunities.</a:t>
            </a:r>
          </a:p>
          <a:p>
            <a:pPr>
              <a:spcAft>
                <a:spcPts val="1200"/>
              </a:spcAft>
              <a:defRPr sz="1800"/>
            </a:pPr>
            <a:r>
              <a:t>Total Customers: Use customer-level sales patterns to support segmentation and targeted business decisions.</a:t>
            </a:r>
          </a:p>
          <a:p>
            <a:pPr>
              <a:spcAft>
                <a:spcPts val="1200"/>
              </a:spcAft>
              <a:defRPr sz="1800"/>
            </a:pPr>
            <a:r>
              <a:t>Total Units Sold: Track unit sales trends to identify demand patterns and improve replenishment planning.</a:t>
            </a:r>
          </a:p>
          <a:p>
            <a:pPr>
              <a:spcAft>
                <a:spcPts val="1200"/>
              </a:spcAft>
              <a:defRPr sz="1800"/>
            </a:pPr>
            <a:r>
              <a:t>Total Sales Value: Monitor sales value regularly and connect revenue trends with product, customer, and branch performance.</a:t>
            </a:r>
          </a:p>
          <a:p>
            <a:pPr>
              <a:spcAft>
                <a:spcPts val="1200"/>
              </a:spcAft>
              <a:defRPr sz="1800"/>
            </a:pPr>
            <a:r>
              <a:t>Total Current Stock: Monitor current inventory against demand to reduce excess stock and potential stockout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KPI Dashboard</a:t>
            </a:r>
          </a:p>
        </p:txBody>
      </p:sp>
      <p:pic>
        <p:nvPicPr>
          <p:cNvPr id="3" name="Picture 2" descr="week12_final_kp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61713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Week 12 phase consolidates the warehouse analytics project into final decision-support outputs.</a:t>
            </a:r>
          </a:p>
          <a:p>
            <a:pPr>
              <a:spcAft>
                <a:spcPts val="1200"/>
              </a:spcAft>
              <a:defRPr sz="1800"/>
            </a:pPr>
            <a:r>
              <a:t>Final KPIs provide a concise view of products, inventory, customers, suppliers, branches and sales.</a:t>
            </a:r>
          </a:p>
          <a:p>
            <a:pPr>
              <a:spcAft>
                <a:spcPts val="1200"/>
              </a:spcAft>
              <a:defRPr sz="1800"/>
            </a:pPr>
            <a:r>
              <a:t>Insights translate the analytical results into understandable business observations.</a:t>
            </a:r>
          </a:p>
          <a:p>
            <a:pPr>
              <a:spcAft>
                <a:spcPts val="1200"/>
              </a:spcAft>
              <a:defRPr sz="1800"/>
            </a:pPr>
            <a:r>
              <a:t>Recommendations provide practical areas for monitoring inventory, sales and customer activity.</a:t>
            </a:r>
          </a:p>
          <a:p>
            <a:pPr>
              <a:spcAft>
                <a:spcPts val="1200"/>
              </a:spcAft>
              <a:defRPr sz="1800"/>
            </a:pPr>
            <a:r>
              <a:t>The final dashboard brings the major KPIs together for management-level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